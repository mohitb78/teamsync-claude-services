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
</file>

<file path=ppt/slides/_rels/slide1.xml.rels><?xml version="1.0" encoding="UTF-8" standalone="yes"?>
<Relationships xmlns="http://schemas.openxmlformats.org/package/2006/relationships">
</Relationships>
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</p:spTree>
  </p:cSld>
</p:sld>
</file>